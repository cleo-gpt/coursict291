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77724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777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Émilie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ans · Étudiante en cybersécurité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Lausannoise · en couple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246888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657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Je veux savoir où et quand agir,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comprendre les autres points de vue. »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NUMÉRIQUES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230368"/>
            <a:ext cx="2926080" cy="128016"/>
          </a:xfrm>
          <a:prstGeom prst="rect">
            <a:avLst/>
          </a:prstGeom>
          <a:solidFill>
            <a:srgbClr val="44508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5230368"/>
            <a:ext cx="2651760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5413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élevées — aisance native avec le numérique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806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APPAREILS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053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(usage principal) + laptop pour les études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41148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713232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Comportement, objectifs &amp; besoins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343400" y="1508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7EA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73736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21671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présente sur les réseaux sociaux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engagée sur les causes sociales et politiques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S'informe et partage en continu depuis son smartphone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75320" y="1508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7EA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03920" y="1737360"/>
            <a:ext cx="292608" cy="29260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31352" y="21671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rapidement les manifestations les plus proches de chez elle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sa culture politique en découvrant d'autres orientations que la sienne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7EA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023360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8348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4531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temps disponible entre les études et son engagement personnel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distinguer les sources fiables de la désinformation en ligne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75320" y="37947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7EA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023360"/>
            <a:ext cx="292608" cy="29260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1540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matériel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44531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récent, toujours à portée de main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pour les cours de cybersécurité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excellente, grande aisance technique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3400" y="6035040"/>
            <a:ext cx="7452360" cy="777240"/>
          </a:xfrm>
          <a:prstGeom prst="roundRect">
            <a:avLst>
              <a:gd name="adj" fmla="val 10588"/>
            </a:avLst>
          </a:prstGeom>
          <a:solidFill>
            <a:srgbClr val="F9E79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17720" y="6126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MAJEURE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60807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actrice de la vie citoyenne : agir concrètement pour ses convictions tout en élargissant sa compréhension des autres points de vue.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2026-09-15T07:26:55Z</dcterms:created>
  <dcterms:modified xsi:type="dcterms:W3CDTF">2026-09-15T07:26:55Z</dcterms:modified>
</cp:coreProperties>
</file>